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200" b="1"/>
            </a:pPr>
            <a:r>
              <a:t>Bokeh YlGnBu9 Color Palette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914400" cy="2286000"/>
          </a:xfrm>
          <a:prstGeom prst="rect">
            <a:avLst/>
          </a:prstGeom>
          <a:solidFill>
            <a:srgbClr val="FFFFD9"/>
          </a:solidFill>
          <a:ln>
            <a:solidFill>
              <a:srgbClr val="FFFF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1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828800"/>
            <a:ext cx="914400" cy="2286000"/>
          </a:xfrm>
          <a:prstGeom prst="rect">
            <a:avLst/>
          </a:prstGeom>
          <a:solidFill>
            <a:srgbClr val="EDF8B1"/>
          </a:solidFill>
          <a:ln>
            <a:solidFill>
              <a:srgbClr val="EDF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2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828800"/>
            <a:ext cx="914400" cy="2286000"/>
          </a:xfrm>
          <a:prstGeom prst="rect">
            <a:avLst/>
          </a:prstGeom>
          <a:solidFill>
            <a:srgbClr val="C7E9B4"/>
          </a:solidFill>
          <a:ln>
            <a:solidFill>
              <a:srgbClr val="C7E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3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828800"/>
            <a:ext cx="914400" cy="2286000"/>
          </a:xfrm>
          <a:prstGeom prst="rect">
            <a:avLst/>
          </a:prstGeom>
          <a:solidFill>
            <a:srgbClr val="7FCDBB"/>
          </a:solidFill>
          <a:ln>
            <a:solidFill>
              <a:srgbClr val="7FCD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828800"/>
            <a:ext cx="914400" cy="2286000"/>
          </a:xfrm>
          <a:prstGeom prst="rect">
            <a:avLst/>
          </a:prstGeom>
          <a:solidFill>
            <a:srgbClr val="41B6C4"/>
          </a:solidFill>
          <a:ln>
            <a:solidFill>
              <a:srgbClr val="41B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828800"/>
            <a:ext cx="914400" cy="2286000"/>
          </a:xfrm>
          <a:prstGeom prst="rect">
            <a:avLst/>
          </a:prstGeom>
          <a:solidFill>
            <a:srgbClr val="1D91C0"/>
          </a:solidFill>
          <a:ln>
            <a:solidFill>
              <a:srgbClr val="1D91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828800"/>
            <a:ext cx="914400" cy="2286000"/>
          </a:xfrm>
          <a:prstGeom prst="rect">
            <a:avLst/>
          </a:prstGeom>
          <a:solidFill>
            <a:srgbClr val="225EA8"/>
          </a:solidFill>
          <a:ln>
            <a:solidFill>
              <a:srgbClr val="225E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0" y="1828800"/>
            <a:ext cx="914400" cy="2286000"/>
          </a:xfrm>
          <a:prstGeom prst="rect">
            <a:avLst/>
          </a:prstGeom>
          <a:solidFill>
            <a:srgbClr val="253494"/>
          </a:solidFill>
          <a:ln>
            <a:solidFill>
              <a:srgbClr val="253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828800"/>
            <a:ext cx="914400" cy="2286000"/>
          </a:xfrm>
          <a:prstGeom prst="rect">
            <a:avLst/>
          </a:prstGeom>
          <a:solidFill>
            <a:srgbClr val="081D58"/>
          </a:solidFill>
          <a:ln>
            <a:solidFill>
              <a:srgbClr val="081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Color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